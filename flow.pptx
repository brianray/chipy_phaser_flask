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1"/>
    <p:restoredTop sz="94679"/>
  </p:normalViewPr>
  <p:slideViewPr>
    <p:cSldViewPr snapToGrid="0" snapToObjects="1">
      <p:cViewPr varScale="1">
        <p:scale>
          <a:sx n="76" d="100"/>
          <a:sy n="76" d="100"/>
        </p:scale>
        <p:origin x="21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A29D9-0D0C-724E-801E-2E5DBC36E392}" type="datetimeFigureOut">
              <a:rPr lang="en-US" smtClean="0"/>
              <a:t>5/11/17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FCA7-1CA6-2B4F-ABB5-B26158FC7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7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A29D9-0D0C-724E-801E-2E5DBC36E392}" type="datetimeFigureOut">
              <a:rPr lang="en-US" smtClean="0"/>
              <a:t>5/11/17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FCA7-1CA6-2B4F-ABB5-B26158FC7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02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A29D9-0D0C-724E-801E-2E5DBC36E392}" type="datetimeFigureOut">
              <a:rPr lang="en-US" smtClean="0"/>
              <a:t>5/11/17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FCA7-1CA6-2B4F-ABB5-B26158FC7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584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A29D9-0D0C-724E-801E-2E5DBC36E392}" type="datetimeFigureOut">
              <a:rPr lang="en-US" smtClean="0"/>
              <a:t>5/11/17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FCA7-1CA6-2B4F-ABB5-B26158FC7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3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A29D9-0D0C-724E-801E-2E5DBC36E392}" type="datetimeFigureOut">
              <a:rPr lang="en-US" smtClean="0"/>
              <a:t>5/11/17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FCA7-1CA6-2B4F-ABB5-B26158FC7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381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A29D9-0D0C-724E-801E-2E5DBC36E392}" type="datetimeFigureOut">
              <a:rPr lang="en-US" smtClean="0"/>
              <a:t>5/11/17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FCA7-1CA6-2B4F-ABB5-B26158FC7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563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A29D9-0D0C-724E-801E-2E5DBC36E392}" type="datetimeFigureOut">
              <a:rPr lang="en-US" smtClean="0"/>
              <a:t>5/11/17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FCA7-1CA6-2B4F-ABB5-B26158FC7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733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A29D9-0D0C-724E-801E-2E5DBC36E392}" type="datetimeFigureOut">
              <a:rPr lang="en-US" smtClean="0"/>
              <a:t>5/11/17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FCA7-1CA6-2B4F-ABB5-B26158FC7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278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A29D9-0D0C-724E-801E-2E5DBC36E392}" type="datetimeFigureOut">
              <a:rPr lang="en-US" smtClean="0"/>
              <a:t>5/11/17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FCA7-1CA6-2B4F-ABB5-B26158FC7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49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A29D9-0D0C-724E-801E-2E5DBC36E392}" type="datetimeFigureOut">
              <a:rPr lang="en-US" smtClean="0"/>
              <a:t>5/11/17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FCA7-1CA6-2B4F-ABB5-B26158FC7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0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A29D9-0D0C-724E-801E-2E5DBC36E392}" type="datetimeFigureOut">
              <a:rPr lang="en-US" smtClean="0"/>
              <a:t>5/11/17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FCA7-1CA6-2B4F-ABB5-B26158FC7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62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A29D9-0D0C-724E-801E-2E5DBC36E392}" type="datetimeFigureOut">
              <a:rPr lang="en-US" smtClean="0"/>
              <a:t>5/11/17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3FCA7-1CA6-2B4F-ABB5-B26158FC7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38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/>
          <p:cNvSpPr/>
          <p:nvPr/>
        </p:nvSpPr>
        <p:spPr>
          <a:xfrm>
            <a:off x="5214372" y="756157"/>
            <a:ext cx="2188605" cy="1802693"/>
          </a:xfrm>
          <a:custGeom>
            <a:avLst/>
            <a:gdLst>
              <a:gd name="connsiteX0" fmla="*/ 0 w 1802693"/>
              <a:gd name="connsiteY0" fmla="*/ 901347 h 1802693"/>
              <a:gd name="connsiteX1" fmla="*/ 901347 w 1802693"/>
              <a:gd name="connsiteY1" fmla="*/ 0 h 1802693"/>
              <a:gd name="connsiteX2" fmla="*/ 1802694 w 1802693"/>
              <a:gd name="connsiteY2" fmla="*/ 901347 h 1802693"/>
              <a:gd name="connsiteX3" fmla="*/ 901347 w 1802693"/>
              <a:gd name="connsiteY3" fmla="*/ 1802694 h 1802693"/>
              <a:gd name="connsiteX4" fmla="*/ 0 w 1802693"/>
              <a:gd name="connsiteY4" fmla="*/ 901347 h 180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2693" h="1802693">
                <a:moveTo>
                  <a:pt x="0" y="901347"/>
                </a:moveTo>
                <a:cubicBezTo>
                  <a:pt x="0" y="403547"/>
                  <a:pt x="403547" y="0"/>
                  <a:pt x="901347" y="0"/>
                </a:cubicBezTo>
                <a:cubicBezTo>
                  <a:pt x="1399147" y="0"/>
                  <a:pt x="1802694" y="403547"/>
                  <a:pt x="1802694" y="901347"/>
                </a:cubicBezTo>
                <a:cubicBezTo>
                  <a:pt x="1802694" y="1399147"/>
                  <a:pt x="1399147" y="1802694"/>
                  <a:pt x="901347" y="1802694"/>
                </a:cubicBezTo>
                <a:cubicBezTo>
                  <a:pt x="403547" y="1802694"/>
                  <a:pt x="0" y="1399147"/>
                  <a:pt x="0" y="901347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50000">
                <a:schemeClr val="accent1">
                  <a:hueOff val="0"/>
                  <a:satOff val="0"/>
                  <a:lumOff val="0"/>
                  <a:alphaOff val="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1778" tIns="281778" rIns="281778" bIns="281778" numCol="1" spcCol="1270" anchor="ctr" anchorCtr="0">
            <a:no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 err="1" smtClean="0"/>
              <a:t>OnInputDown</a:t>
            </a:r>
            <a:endParaRPr lang="en-US" kern="1200" dirty="0"/>
          </a:p>
        </p:txBody>
      </p:sp>
      <p:sp>
        <p:nvSpPr>
          <p:cNvPr id="20" name="Freeform 19"/>
          <p:cNvSpPr/>
          <p:nvPr/>
        </p:nvSpPr>
        <p:spPr>
          <a:xfrm rot="2160000">
            <a:off x="7345799" y="2105573"/>
            <a:ext cx="478362" cy="608409"/>
          </a:xfrm>
          <a:custGeom>
            <a:avLst/>
            <a:gdLst>
              <a:gd name="connsiteX0" fmla="*/ 0 w 478362"/>
              <a:gd name="connsiteY0" fmla="*/ 121682 h 608409"/>
              <a:gd name="connsiteX1" fmla="*/ 239181 w 478362"/>
              <a:gd name="connsiteY1" fmla="*/ 121682 h 608409"/>
              <a:gd name="connsiteX2" fmla="*/ 239181 w 478362"/>
              <a:gd name="connsiteY2" fmla="*/ 0 h 608409"/>
              <a:gd name="connsiteX3" fmla="*/ 478362 w 478362"/>
              <a:gd name="connsiteY3" fmla="*/ 304205 h 608409"/>
              <a:gd name="connsiteX4" fmla="*/ 239181 w 478362"/>
              <a:gd name="connsiteY4" fmla="*/ 608409 h 608409"/>
              <a:gd name="connsiteX5" fmla="*/ 239181 w 478362"/>
              <a:gd name="connsiteY5" fmla="*/ 486727 h 608409"/>
              <a:gd name="connsiteX6" fmla="*/ 0 w 478362"/>
              <a:gd name="connsiteY6" fmla="*/ 486727 h 608409"/>
              <a:gd name="connsiteX7" fmla="*/ 0 w 478362"/>
              <a:gd name="connsiteY7" fmla="*/ 121682 h 608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8362" h="608409">
                <a:moveTo>
                  <a:pt x="0" y="121682"/>
                </a:moveTo>
                <a:lnTo>
                  <a:pt x="239181" y="121682"/>
                </a:lnTo>
                <a:lnTo>
                  <a:pt x="239181" y="0"/>
                </a:lnTo>
                <a:lnTo>
                  <a:pt x="478362" y="304205"/>
                </a:lnTo>
                <a:lnTo>
                  <a:pt x="239181" y="608409"/>
                </a:lnTo>
                <a:lnTo>
                  <a:pt x="239181" y="486727"/>
                </a:lnTo>
                <a:lnTo>
                  <a:pt x="0" y="486727"/>
                </a:lnTo>
                <a:lnTo>
                  <a:pt x="0" y="121682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3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21682" rIns="143508" bIns="121681" numCol="1" spcCol="1270" anchor="ctr" anchorCtr="0">
            <a:no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400" kern="1200"/>
          </a:p>
        </p:txBody>
      </p:sp>
      <p:sp>
        <p:nvSpPr>
          <p:cNvPr id="21" name="Freeform 20"/>
          <p:cNvSpPr/>
          <p:nvPr/>
        </p:nvSpPr>
        <p:spPr>
          <a:xfrm>
            <a:off x="7788889" y="2346271"/>
            <a:ext cx="2166699" cy="1802693"/>
          </a:xfrm>
          <a:custGeom>
            <a:avLst/>
            <a:gdLst>
              <a:gd name="connsiteX0" fmla="*/ 0 w 1802693"/>
              <a:gd name="connsiteY0" fmla="*/ 901347 h 1802693"/>
              <a:gd name="connsiteX1" fmla="*/ 901347 w 1802693"/>
              <a:gd name="connsiteY1" fmla="*/ 0 h 1802693"/>
              <a:gd name="connsiteX2" fmla="*/ 1802694 w 1802693"/>
              <a:gd name="connsiteY2" fmla="*/ 901347 h 1802693"/>
              <a:gd name="connsiteX3" fmla="*/ 901347 w 1802693"/>
              <a:gd name="connsiteY3" fmla="*/ 1802694 h 1802693"/>
              <a:gd name="connsiteX4" fmla="*/ 0 w 1802693"/>
              <a:gd name="connsiteY4" fmla="*/ 901347 h 180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2693" h="1802693">
                <a:moveTo>
                  <a:pt x="0" y="901347"/>
                </a:moveTo>
                <a:cubicBezTo>
                  <a:pt x="0" y="403547"/>
                  <a:pt x="403547" y="0"/>
                  <a:pt x="901347" y="0"/>
                </a:cubicBezTo>
                <a:cubicBezTo>
                  <a:pt x="1399147" y="0"/>
                  <a:pt x="1802694" y="403547"/>
                  <a:pt x="1802694" y="901347"/>
                </a:cubicBezTo>
                <a:cubicBezTo>
                  <a:pt x="1802694" y="1399147"/>
                  <a:pt x="1399147" y="1802694"/>
                  <a:pt x="901347" y="1802694"/>
                </a:cubicBezTo>
                <a:cubicBezTo>
                  <a:pt x="403547" y="1802694"/>
                  <a:pt x="0" y="1399147"/>
                  <a:pt x="0" y="901347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50000">
                <a:schemeClr val="accent1">
                  <a:hueOff val="0"/>
                  <a:satOff val="0"/>
                  <a:lumOff val="0"/>
                  <a:alphaOff val="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1778" tIns="281778" rIns="281778" bIns="281778" numCol="1" spcCol="1270" anchor="ctr" anchorCtr="0">
            <a:no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 smtClean="0"/>
              <a:t>Emit: </a:t>
            </a:r>
            <a:r>
              <a:rPr lang="en-US" kern="1200" dirty="0" err="1" smtClean="0"/>
              <a:t>handle_hello</a:t>
            </a:r>
            <a:endParaRPr lang="en-US" kern="1200" dirty="0"/>
          </a:p>
        </p:txBody>
      </p:sp>
      <p:sp>
        <p:nvSpPr>
          <p:cNvPr id="22" name="Freeform 21"/>
          <p:cNvSpPr/>
          <p:nvPr/>
        </p:nvSpPr>
        <p:spPr>
          <a:xfrm rot="17280000">
            <a:off x="8037252" y="4182142"/>
            <a:ext cx="478363" cy="608409"/>
          </a:xfrm>
          <a:custGeom>
            <a:avLst/>
            <a:gdLst>
              <a:gd name="connsiteX0" fmla="*/ 0 w 478362"/>
              <a:gd name="connsiteY0" fmla="*/ 121682 h 608409"/>
              <a:gd name="connsiteX1" fmla="*/ 239181 w 478362"/>
              <a:gd name="connsiteY1" fmla="*/ 121682 h 608409"/>
              <a:gd name="connsiteX2" fmla="*/ 239181 w 478362"/>
              <a:gd name="connsiteY2" fmla="*/ 0 h 608409"/>
              <a:gd name="connsiteX3" fmla="*/ 478362 w 478362"/>
              <a:gd name="connsiteY3" fmla="*/ 304205 h 608409"/>
              <a:gd name="connsiteX4" fmla="*/ 239181 w 478362"/>
              <a:gd name="connsiteY4" fmla="*/ 608409 h 608409"/>
              <a:gd name="connsiteX5" fmla="*/ 239181 w 478362"/>
              <a:gd name="connsiteY5" fmla="*/ 486727 h 608409"/>
              <a:gd name="connsiteX6" fmla="*/ 0 w 478362"/>
              <a:gd name="connsiteY6" fmla="*/ 486727 h 608409"/>
              <a:gd name="connsiteX7" fmla="*/ 0 w 478362"/>
              <a:gd name="connsiteY7" fmla="*/ 121682 h 608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8362" h="608409">
                <a:moveTo>
                  <a:pt x="478362" y="486727"/>
                </a:moveTo>
                <a:lnTo>
                  <a:pt x="239181" y="486727"/>
                </a:lnTo>
                <a:lnTo>
                  <a:pt x="239181" y="608409"/>
                </a:lnTo>
                <a:lnTo>
                  <a:pt x="0" y="304204"/>
                </a:lnTo>
                <a:lnTo>
                  <a:pt x="239181" y="0"/>
                </a:lnTo>
                <a:lnTo>
                  <a:pt x="239181" y="121682"/>
                </a:lnTo>
                <a:lnTo>
                  <a:pt x="478362" y="121682"/>
                </a:lnTo>
                <a:lnTo>
                  <a:pt x="478362" y="486727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3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3508" tIns="121681" rIns="1" bIns="121682" numCol="1" spcCol="1270" anchor="ctr" anchorCtr="0">
            <a:no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400" kern="1200"/>
          </a:p>
        </p:txBody>
      </p:sp>
      <p:sp>
        <p:nvSpPr>
          <p:cNvPr id="23" name="Freeform 22"/>
          <p:cNvSpPr/>
          <p:nvPr/>
        </p:nvSpPr>
        <p:spPr>
          <a:xfrm>
            <a:off x="6952916" y="4884305"/>
            <a:ext cx="2140284" cy="1802693"/>
          </a:xfrm>
          <a:custGeom>
            <a:avLst/>
            <a:gdLst>
              <a:gd name="connsiteX0" fmla="*/ 0 w 1802693"/>
              <a:gd name="connsiteY0" fmla="*/ 901347 h 1802693"/>
              <a:gd name="connsiteX1" fmla="*/ 901347 w 1802693"/>
              <a:gd name="connsiteY1" fmla="*/ 0 h 1802693"/>
              <a:gd name="connsiteX2" fmla="*/ 1802694 w 1802693"/>
              <a:gd name="connsiteY2" fmla="*/ 901347 h 1802693"/>
              <a:gd name="connsiteX3" fmla="*/ 901347 w 1802693"/>
              <a:gd name="connsiteY3" fmla="*/ 1802694 h 1802693"/>
              <a:gd name="connsiteX4" fmla="*/ 0 w 1802693"/>
              <a:gd name="connsiteY4" fmla="*/ 901347 h 180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2693" h="1802693">
                <a:moveTo>
                  <a:pt x="0" y="901347"/>
                </a:moveTo>
                <a:cubicBezTo>
                  <a:pt x="0" y="403547"/>
                  <a:pt x="403547" y="0"/>
                  <a:pt x="901347" y="0"/>
                </a:cubicBezTo>
                <a:cubicBezTo>
                  <a:pt x="1399147" y="0"/>
                  <a:pt x="1802694" y="403547"/>
                  <a:pt x="1802694" y="901347"/>
                </a:cubicBezTo>
                <a:cubicBezTo>
                  <a:pt x="1802694" y="1399147"/>
                  <a:pt x="1399147" y="1802694"/>
                  <a:pt x="901347" y="1802694"/>
                </a:cubicBezTo>
                <a:cubicBezTo>
                  <a:pt x="403547" y="1802694"/>
                  <a:pt x="0" y="1399147"/>
                  <a:pt x="0" y="901347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50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75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1778" tIns="281778" rIns="281778" bIns="281778" numCol="1" spcCol="1270" anchor="ctr" anchorCtr="0">
            <a:no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 err="1" smtClean="0"/>
              <a:t>do_handle_hello</a:t>
            </a:r>
            <a:endParaRPr lang="en-US" kern="1200" dirty="0"/>
          </a:p>
        </p:txBody>
      </p:sp>
      <p:sp>
        <p:nvSpPr>
          <p:cNvPr id="24" name="Freeform 23"/>
          <p:cNvSpPr/>
          <p:nvPr/>
        </p:nvSpPr>
        <p:spPr>
          <a:xfrm>
            <a:off x="6275988" y="5481446"/>
            <a:ext cx="478363" cy="608410"/>
          </a:xfrm>
          <a:custGeom>
            <a:avLst/>
            <a:gdLst>
              <a:gd name="connsiteX0" fmla="*/ 0 w 478362"/>
              <a:gd name="connsiteY0" fmla="*/ 121682 h 608409"/>
              <a:gd name="connsiteX1" fmla="*/ 239181 w 478362"/>
              <a:gd name="connsiteY1" fmla="*/ 121682 h 608409"/>
              <a:gd name="connsiteX2" fmla="*/ 239181 w 478362"/>
              <a:gd name="connsiteY2" fmla="*/ 0 h 608409"/>
              <a:gd name="connsiteX3" fmla="*/ 478362 w 478362"/>
              <a:gd name="connsiteY3" fmla="*/ 304205 h 608409"/>
              <a:gd name="connsiteX4" fmla="*/ 239181 w 478362"/>
              <a:gd name="connsiteY4" fmla="*/ 608409 h 608409"/>
              <a:gd name="connsiteX5" fmla="*/ 239181 w 478362"/>
              <a:gd name="connsiteY5" fmla="*/ 486727 h 608409"/>
              <a:gd name="connsiteX6" fmla="*/ 0 w 478362"/>
              <a:gd name="connsiteY6" fmla="*/ 486727 h 608409"/>
              <a:gd name="connsiteX7" fmla="*/ 0 w 478362"/>
              <a:gd name="connsiteY7" fmla="*/ 121682 h 608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8362" h="608409">
                <a:moveTo>
                  <a:pt x="478362" y="486727"/>
                </a:moveTo>
                <a:lnTo>
                  <a:pt x="239181" y="486727"/>
                </a:lnTo>
                <a:lnTo>
                  <a:pt x="239181" y="608409"/>
                </a:lnTo>
                <a:lnTo>
                  <a:pt x="0" y="304204"/>
                </a:lnTo>
                <a:lnTo>
                  <a:pt x="239181" y="0"/>
                </a:lnTo>
                <a:lnTo>
                  <a:pt x="239181" y="121682"/>
                </a:lnTo>
                <a:lnTo>
                  <a:pt x="478362" y="121682"/>
                </a:lnTo>
                <a:lnTo>
                  <a:pt x="478362" y="486727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3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3509" tIns="121683" rIns="1" bIns="121682" numCol="1" spcCol="1270" anchor="ctr" anchorCtr="0">
            <a:no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400" kern="1200"/>
          </a:p>
        </p:txBody>
      </p:sp>
      <p:sp>
        <p:nvSpPr>
          <p:cNvPr id="25" name="Freeform 24"/>
          <p:cNvSpPr/>
          <p:nvPr/>
        </p:nvSpPr>
        <p:spPr>
          <a:xfrm>
            <a:off x="3860800" y="4884305"/>
            <a:ext cx="2398264" cy="1802693"/>
          </a:xfrm>
          <a:custGeom>
            <a:avLst/>
            <a:gdLst>
              <a:gd name="connsiteX0" fmla="*/ 0 w 1802693"/>
              <a:gd name="connsiteY0" fmla="*/ 901347 h 1802693"/>
              <a:gd name="connsiteX1" fmla="*/ 901347 w 1802693"/>
              <a:gd name="connsiteY1" fmla="*/ 0 h 1802693"/>
              <a:gd name="connsiteX2" fmla="*/ 1802694 w 1802693"/>
              <a:gd name="connsiteY2" fmla="*/ 901347 h 1802693"/>
              <a:gd name="connsiteX3" fmla="*/ 901347 w 1802693"/>
              <a:gd name="connsiteY3" fmla="*/ 1802694 h 1802693"/>
              <a:gd name="connsiteX4" fmla="*/ 0 w 1802693"/>
              <a:gd name="connsiteY4" fmla="*/ 901347 h 180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2693" h="1802693">
                <a:moveTo>
                  <a:pt x="0" y="901347"/>
                </a:moveTo>
                <a:cubicBezTo>
                  <a:pt x="0" y="403547"/>
                  <a:pt x="403547" y="0"/>
                  <a:pt x="901347" y="0"/>
                </a:cubicBezTo>
                <a:cubicBezTo>
                  <a:pt x="1399147" y="0"/>
                  <a:pt x="1802694" y="403547"/>
                  <a:pt x="1802694" y="901347"/>
                </a:cubicBezTo>
                <a:cubicBezTo>
                  <a:pt x="1802694" y="1399147"/>
                  <a:pt x="1399147" y="1802694"/>
                  <a:pt x="901347" y="1802694"/>
                </a:cubicBezTo>
                <a:cubicBezTo>
                  <a:pt x="403547" y="1802694"/>
                  <a:pt x="0" y="1399147"/>
                  <a:pt x="0" y="901347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50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75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1778" tIns="281778" rIns="281778" bIns="281778" numCol="1" spcCol="1270" anchor="ctr" anchorCtr="0">
            <a:no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 smtClean="0"/>
              <a:t>Emit: </a:t>
            </a:r>
            <a:r>
              <a:rPr lang="en-US" kern="1200" dirty="0" err="1" smtClean="0"/>
              <a:t>set_time</a:t>
            </a:r>
            <a:endParaRPr lang="en-US" kern="1200" dirty="0"/>
          </a:p>
        </p:txBody>
      </p:sp>
      <p:sp>
        <p:nvSpPr>
          <p:cNvPr id="26" name="Freeform 25"/>
          <p:cNvSpPr/>
          <p:nvPr/>
        </p:nvSpPr>
        <p:spPr>
          <a:xfrm rot="4320000">
            <a:off x="4496015" y="4207892"/>
            <a:ext cx="478363" cy="608410"/>
          </a:xfrm>
          <a:custGeom>
            <a:avLst/>
            <a:gdLst>
              <a:gd name="connsiteX0" fmla="*/ 0 w 478362"/>
              <a:gd name="connsiteY0" fmla="*/ 121682 h 608409"/>
              <a:gd name="connsiteX1" fmla="*/ 239181 w 478362"/>
              <a:gd name="connsiteY1" fmla="*/ 121682 h 608409"/>
              <a:gd name="connsiteX2" fmla="*/ 239181 w 478362"/>
              <a:gd name="connsiteY2" fmla="*/ 0 h 608409"/>
              <a:gd name="connsiteX3" fmla="*/ 478362 w 478362"/>
              <a:gd name="connsiteY3" fmla="*/ 304205 h 608409"/>
              <a:gd name="connsiteX4" fmla="*/ 239181 w 478362"/>
              <a:gd name="connsiteY4" fmla="*/ 608409 h 608409"/>
              <a:gd name="connsiteX5" fmla="*/ 239181 w 478362"/>
              <a:gd name="connsiteY5" fmla="*/ 486727 h 608409"/>
              <a:gd name="connsiteX6" fmla="*/ 0 w 478362"/>
              <a:gd name="connsiteY6" fmla="*/ 486727 h 608409"/>
              <a:gd name="connsiteX7" fmla="*/ 0 w 478362"/>
              <a:gd name="connsiteY7" fmla="*/ 121682 h 608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8362" h="608409">
                <a:moveTo>
                  <a:pt x="478362" y="486727"/>
                </a:moveTo>
                <a:lnTo>
                  <a:pt x="239181" y="486727"/>
                </a:lnTo>
                <a:lnTo>
                  <a:pt x="239181" y="608409"/>
                </a:lnTo>
                <a:lnTo>
                  <a:pt x="0" y="304204"/>
                </a:lnTo>
                <a:lnTo>
                  <a:pt x="239181" y="0"/>
                </a:lnTo>
                <a:lnTo>
                  <a:pt x="239181" y="121682"/>
                </a:lnTo>
                <a:lnTo>
                  <a:pt x="478362" y="121682"/>
                </a:lnTo>
                <a:lnTo>
                  <a:pt x="478362" y="486727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3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3509" tIns="121682" rIns="0" bIns="121682" numCol="1" spcCol="1270" anchor="ctr" anchorCtr="0">
            <a:no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400" kern="1200"/>
          </a:p>
        </p:txBody>
      </p:sp>
      <p:sp>
        <p:nvSpPr>
          <p:cNvPr id="27" name="Freeform 26"/>
          <p:cNvSpPr/>
          <p:nvPr/>
        </p:nvSpPr>
        <p:spPr>
          <a:xfrm>
            <a:off x="3132667" y="2346271"/>
            <a:ext cx="2081705" cy="1802693"/>
          </a:xfrm>
          <a:custGeom>
            <a:avLst/>
            <a:gdLst>
              <a:gd name="connsiteX0" fmla="*/ 0 w 1802693"/>
              <a:gd name="connsiteY0" fmla="*/ 901347 h 1802693"/>
              <a:gd name="connsiteX1" fmla="*/ 901347 w 1802693"/>
              <a:gd name="connsiteY1" fmla="*/ 0 h 1802693"/>
              <a:gd name="connsiteX2" fmla="*/ 1802694 w 1802693"/>
              <a:gd name="connsiteY2" fmla="*/ 901347 h 1802693"/>
              <a:gd name="connsiteX3" fmla="*/ 901347 w 1802693"/>
              <a:gd name="connsiteY3" fmla="*/ 1802694 h 1802693"/>
              <a:gd name="connsiteX4" fmla="*/ 0 w 1802693"/>
              <a:gd name="connsiteY4" fmla="*/ 901347 h 180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2693" h="1802693">
                <a:moveTo>
                  <a:pt x="0" y="901347"/>
                </a:moveTo>
                <a:cubicBezTo>
                  <a:pt x="0" y="403547"/>
                  <a:pt x="403547" y="0"/>
                  <a:pt x="901347" y="0"/>
                </a:cubicBezTo>
                <a:cubicBezTo>
                  <a:pt x="1399147" y="0"/>
                  <a:pt x="1802694" y="403547"/>
                  <a:pt x="1802694" y="901347"/>
                </a:cubicBezTo>
                <a:cubicBezTo>
                  <a:pt x="1802694" y="1399147"/>
                  <a:pt x="1399147" y="1802694"/>
                  <a:pt x="901347" y="1802694"/>
                </a:cubicBezTo>
                <a:cubicBezTo>
                  <a:pt x="403547" y="1802694"/>
                  <a:pt x="0" y="1399147"/>
                  <a:pt x="0" y="901347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50000">
                <a:schemeClr val="accent1">
                  <a:hueOff val="0"/>
                  <a:satOff val="0"/>
                  <a:lumOff val="0"/>
                  <a:alphaOff val="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1778" tIns="281778" rIns="281778" bIns="281778" numCol="1" spcCol="1270" anchor="ctr" anchorCtr="0">
            <a:no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 err="1" smtClean="0"/>
              <a:t>Socket_on</a:t>
            </a:r>
            <a:r>
              <a:rPr lang="en-US" kern="1200" dirty="0" smtClean="0"/>
              <a:t>: </a:t>
            </a:r>
            <a:r>
              <a:rPr lang="en-US" kern="1200" dirty="0" err="1" smtClean="0"/>
              <a:t>set_time</a:t>
            </a:r>
            <a:endParaRPr lang="en-US" kern="1200" dirty="0"/>
          </a:p>
        </p:txBody>
      </p:sp>
    </p:spTree>
    <p:extLst>
      <p:ext uri="{BB962C8B-B14F-4D97-AF65-F5344CB8AC3E}">
        <p14:creationId xmlns:p14="http://schemas.microsoft.com/office/powerpoint/2010/main" val="64519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Ray, Brian (US - Chicago)</dc:creator>
  <cp:lastModifiedBy>Ray, Brian (US - Chicago)</cp:lastModifiedBy>
  <cp:revision>1</cp:revision>
  <dcterms:created xsi:type="dcterms:W3CDTF">2017-05-12T00:58:34Z</dcterms:created>
  <dcterms:modified xsi:type="dcterms:W3CDTF">2017-05-12T01:07:39Z</dcterms:modified>
</cp:coreProperties>
</file>